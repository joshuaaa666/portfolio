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91640"/>
            <a:ext cx="9144000" cy="5029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7190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王艺融  ·  作品集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硕士申请作品集  ·  具身智能 / 智能驾驶方向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715768"/>
            <a:ext cx="548640" cy="2743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971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     名     </a:t>
            </a:r>
            <a:pPr indent="0" marL="0">
              <a:lnSpc>
                <a:spcPct val="155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王艺融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     院     </a:t>
            </a:r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深圳大学  ·  机电与控制工程学院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     业     </a:t>
            </a:r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自动化专业(本科)  ·  GPA 80 / 100</a:t>
            </a:r>
            <a:endParaRPr lang="en-US" sz="11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1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联系方式     </a:t>
            </a:r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joushuaaaaaa@qq.com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577840" y="29443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代表性荣誉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77840" y="3218688"/>
            <a:ext cx="457200" cy="182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Shape 7"/>
          <p:cNvSpPr/>
          <p:nvPr/>
        </p:nvSpPr>
        <p:spPr>
          <a:xfrm>
            <a:off x="5577840" y="3474720"/>
            <a:ext cx="118872" cy="11887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5779008" y="3264408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  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国赛二等奖  ·  全国人工智能大赛</a:t>
            </a:r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队长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577840" y="4005072"/>
            <a:ext cx="118872" cy="11887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5779008" y="3794760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  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华为智能基座  ·  硬件部部长</a:t>
            </a:r>
            <a:pPr indent="0" marL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4535424"/>
            <a:ext cx="118872" cy="11887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5779008" y="4325112"/>
            <a:ext cx="2907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  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深圳大学  ·  双创之星</a:t>
            </a:r>
            <a:pPr indent="0" marL="0">
              <a:lnSpc>
                <a:spcPct val="110000"/>
              </a:lnSpc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946904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3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深圳大学  ·  Shenzhen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164592" cy="16459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/  项目一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594360" cy="228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深圳大学  SHENZHEN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4864608"/>
            <a:ext cx="365760" cy="228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无人驾驶竞速车智能导航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27 届中国机器人及人工智能大赛  ·  机器人应用赛(智能驾驶方向)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36576" cy="228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28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0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 ·  队长(带领 4 人团队完成方案规划、技术决策与最终调试)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194560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作为队长,带领团队基于 ROS2 + Nav2 从零搭建无人竞速车自主导航系统,打通感知—决策—控制全链路。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788920"/>
            <a:ext cx="8366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核心贡献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026664"/>
            <a:ext cx="365760" cy="182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099816"/>
            <a:ext cx="8366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 SLAM 建图与全局 / 局部规划,完成 30–50 m 复杂赛道(折弯、环形、锥桶)端到端自主导航。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 YOLO + OpenCV 视觉模块,实现红绿灯与人行道精准识别,配合 3 秒强制停车规则引擎,显著降低违规罚时。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完成激光雷达 / IMU / 编码器多传感器融合 + Nav2 参数调优,系统稳定性在队内测试中明显提升。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526280"/>
            <a:ext cx="8366760" cy="301752"/>
          </a:xfrm>
          <a:prstGeom prst="rect">
            <a:avLst/>
          </a:prstGeom>
          <a:solidFill>
            <a:srgbClr val="FFF4F5"/>
          </a:solidFill>
          <a:ln w="9525">
            <a:solidFill>
              <a:srgbClr val="E851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526280"/>
            <a:ext cx="54864" cy="3017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452628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  果 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国赛二等奖  ·  打通从感知到控制的工程闭环,夯实智能驾驶全栈能力。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164592" cy="16459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/  项目二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594360" cy="228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深圳大学  SHENZHEN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4864608"/>
            <a:ext cx="365760" cy="228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天眼地足  ·  核电站地空协同智慧巡检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与中核集团合作  ·  广东省攀登计划资助  ·  挑战杯学术赛道省赛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36576" cy="228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28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0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 ·  核心成员 / 轮足机器人运动控制 &amp; 强化学习负责人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194560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面向核电站高辐射、狭窄空间等极端环境,开发轮足机器人 + 无人机协同巡检系统,主导轮足平台的 RL 运动控制。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788920"/>
            <a:ext cx="8366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核心贡献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026664"/>
            <a:ext cx="365760" cy="182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099816"/>
            <a:ext cx="8366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实现轮足复合运动:2 m/s 轮式高速移动 + 足式越障爬楼(25 cm 障碍、60° 楼梯)的动态智能切换。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PPO 训练轮足 "运动小脑",真机上完成高辐射、狭窄空间中的稳定行走、动态平衡与姿态恢复。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搭建分层决策架构:上层 HD-SLAM 感知 + 全局规划,下层强化学习负责局部鲁棒执行,并打通与背载无人机的协同接口。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526280"/>
            <a:ext cx="8366760" cy="301752"/>
          </a:xfrm>
          <a:prstGeom prst="rect">
            <a:avLst/>
          </a:prstGeom>
          <a:solidFill>
            <a:srgbClr val="FFF4F5"/>
          </a:solidFill>
          <a:ln w="9525">
            <a:solidFill>
              <a:srgbClr val="E851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526280"/>
            <a:ext cx="54864" cy="3017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452628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  果 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策略由人形迁移至轮足平台,验证了运控算法的跨平台可复用性。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164592" cy="16459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/  项目三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594360" cy="228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深圳大学  SHENZHEN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4864608"/>
            <a:ext cx="365760" cy="228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EngineAI T800 人形机器人全身运控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全球人形机器人自由格斗联赛  ·  25 自由度全身强化学习控制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36576" cy="228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28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E0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  ·  核心成员 / 强化学习运动控制负责人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" y="2194560"/>
            <a:ext cx="8366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 EngineAI T800(25 DOF)人形机器人全身运动控制——从 Isaac Lab 仿真训练贯通至真机部署,为格斗联赛提供运动底座。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788920"/>
            <a:ext cx="8366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核心贡献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026664"/>
            <a:ext cx="365760" cy="1828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3099816"/>
            <a:ext cx="8366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PPO + iFSQ 在 Isaac Lab 训练全身策略,覆盖行走、平衡、姿态切换与摔倒恢复。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经多轮 Sim-to-Real 迭代(领域随机化、参数标定),将 ONNX 策略部署至 T800 真机,完成行走、格斗动作过渡与摔倒自主起身。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 8 卡分布式训练 + 175+ 动作语料库建设,提升策略在动态扰动下的泛化能力。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526280"/>
            <a:ext cx="8366760" cy="301752"/>
          </a:xfrm>
          <a:prstGeom prst="rect">
            <a:avLst/>
          </a:prstGeom>
          <a:solidFill>
            <a:srgbClr val="FFF4F5"/>
          </a:solidFill>
          <a:ln w="9525">
            <a:solidFill>
              <a:srgbClr val="E851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4526280"/>
            <a:ext cx="54864" cy="30175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576072" y="4526280"/>
            <a:ext cx="8138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  果   </a:t>
            </a:r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策略作为团队运动控制底座,支撑高强度对抗场景下的实机稳定运行。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329184"/>
            <a:ext cx="164592" cy="16459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1089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/  实习经历 &amp; 个人总结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594360"/>
            <a:ext cx="594360" cy="228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0" y="3291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深圳大学  SHENZHEN 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4864608"/>
            <a:ext cx="365760" cy="228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8229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实习经历 &amp; 个人总结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产学研双线推进:工业实习沉淀工程能力,实验室合作打磨研究深度。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783080"/>
            <a:ext cx="4160520" cy="2194560"/>
          </a:xfrm>
          <a:prstGeom prst="rect">
            <a:avLst/>
          </a:prstGeom>
          <a:solidFill>
            <a:srgbClr val="FAFAFB"/>
          </a:solidFill>
          <a:ln w="9525">
            <a:solidFill>
              <a:srgbClr val="D5D5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783080"/>
            <a:ext cx="64008" cy="21945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19019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深圳中亿集团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2648" y="222199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 年 1 – 3 月</a:t>
            </a:r>
            <a:pPr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机器人系统开发工程师(实习)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2648" y="2542032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Unitree G1 平台上完成端到端导览机器人系统,实现讲解、导航与配送一体化运行。</a:t>
            </a:r>
            <a:endParaRPr lang="en-US" sz="108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 ROS ↔ TAIROS 云端桥接节点,打通任务下发、语音交互与状态反馈闭环。</a:t>
            </a:r>
            <a:endParaRPr lang="en-US" sz="108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联调 FAST-LIO 建图与全局 / 局部规划器,优化窄通道绕障与多点巡航的稳定性。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4617720" y="1783080"/>
            <a:ext cx="4160520" cy="2194560"/>
          </a:xfrm>
          <a:prstGeom prst="rect">
            <a:avLst/>
          </a:prstGeom>
          <a:solidFill>
            <a:srgbClr val="FAFAFB"/>
          </a:solidFill>
          <a:ln w="9525">
            <a:solidFill>
              <a:srgbClr val="D5D5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783080"/>
            <a:ext cx="64008" cy="2194560"/>
          </a:xfrm>
          <a:prstGeom prst="rect">
            <a:avLst/>
          </a:prstGeom>
          <a:solidFill>
            <a:srgbClr val="9E0A22"/>
          </a:solidFill>
          <a:ln/>
        </p:spPr>
      </p:sp>
      <p:sp>
        <p:nvSpPr>
          <p:cNvPr id="17" name="Text 15"/>
          <p:cNvSpPr/>
          <p:nvPr/>
        </p:nvSpPr>
        <p:spPr>
          <a:xfrm>
            <a:off x="4818888" y="190195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南科大 AIS 实验室 × 深圳星辰通用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818888" y="2221992"/>
            <a:ext cx="3794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E0A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研究实习生</a:t>
            </a:r>
            <a:pPr indent="0" marL="0">
              <a:buNone/>
            </a:pPr>
            <a:r>
              <a:rPr lang="en-US" sz="1050" dirty="0">
                <a:solidFill>
                  <a:srgbClr val="7070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·   孔贺老师组  ·  轮式机器人 RL 运动控制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18888" y="2542032"/>
            <a:ext cx="3794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基于强化学习开发轮式机器人 Whole-Body Control 策略,实机实现稳定行走与轨迹跟踪。</a:t>
            </a:r>
            <a:endParaRPr lang="en-US" sz="108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在分层 VLA 架构中负责 "小脑" Skill 层,将高层 VLM 指令映射为抓取、递送等原子动作。</a:t>
            </a:r>
            <a:endParaRPr lang="en-US" sz="1080" dirty="0"/>
          </a:p>
          <a:p>
            <a:pPr marL="342900" indent="-342900">
              <a:lnSpc>
                <a:spcPct val="125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 ROS Noetic + Qwen3-VL 高层规划器的实机部署与现场调优,推动产学研落地。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11480" y="4114800"/>
            <a:ext cx="8366760" cy="685800"/>
          </a:xfrm>
          <a:prstGeom prst="rect">
            <a:avLst/>
          </a:prstGeom>
          <a:solidFill>
            <a:srgbClr val="FFF4F5"/>
          </a:solidFill>
          <a:ln w="9525">
            <a:solidFill>
              <a:srgbClr val="E851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4114800"/>
            <a:ext cx="64008" cy="685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41605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个人总结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43891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跨平台运控经验贯通 —— 无人车 · 轮足 · 人形 · 轮式 四类具身平台;以强化学习运动控制为主线,完成感知 — 决策 — 控制闭环,并具备从仿真到真机、从研究到产业的全栈落地能力。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王艺融 — 作品集 · 具身智能方向</dc:title>
  <dc:subject>PptxGenJS Presentation</dc:subject>
  <dc:creator>王艺融</dc:creator>
  <cp:lastModifiedBy>王艺融</cp:lastModifiedBy>
  <cp:revision>1</cp:revision>
  <dcterms:created xsi:type="dcterms:W3CDTF">2026-06-09T06:36:04Z</dcterms:created>
  <dcterms:modified xsi:type="dcterms:W3CDTF">2026-06-09T06:36:04Z</dcterms:modified>
</cp:coreProperties>
</file>